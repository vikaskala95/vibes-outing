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457200"/>
            <a:ext cx="2103120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C3CE1"/>
                </a:solidFill>
              </a:rPr>
              <a:t>VIBES@Outing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Marketing Manager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00CCA3"/>
                </a:solidFill>
              </a:rPr>
              <a:t>User Acquisition | Brand Strategy | Growth Hacking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FFD93D"/>
                </a:solidFill>
              </a:rPr>
              <a:t>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852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C757D"/>
                </a:solidFill>
              </a:rPr>
              <a:t>Founded 2026 | India-first | GenZ-focused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Marketing Vision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6C3CE1"/>
                </a:solidFill>
              </a:rPr>
              <a:t>Brand Positioning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</a:t>
            </a:r>
            <a:r>
              <a:rPr sz="1300" dirty="0" err="1">
                <a:solidFill>
                  <a:srgbClr val="1E1B2E"/>
                </a:solidFill>
              </a:rPr>
              <a:t>VIBES@Outing</a:t>
            </a:r>
            <a:r>
              <a:rPr sz="1300" dirty="0">
                <a:solidFill>
                  <a:srgbClr val="1E1B2E"/>
                </a:solidFill>
              </a:rPr>
              <a:t> = The </a:t>
            </a:r>
            <a:r>
              <a:rPr sz="1300" dirty="0" err="1">
                <a:solidFill>
                  <a:srgbClr val="1E1B2E"/>
                </a:solidFill>
              </a:rPr>
              <a:t>GenZ</a:t>
            </a:r>
            <a:r>
              <a:rPr sz="1300" dirty="0">
                <a:solidFill>
                  <a:srgbClr val="1E1B2E"/>
                </a:solidFill>
              </a:rPr>
              <a:t> Squad Outing App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Tone: Fun, authentic, FOMO-inducing, meme-friendly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Target: 18-28 year olds — adventure seekers, Insta-lovers, solo travelers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6C3CE1"/>
                </a:solidFill>
              </a:rPr>
              <a:t>Brand Promise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Zero planning. Premium trips. All vibes.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dirty="0">
                <a:solidFill>
                  <a:srgbClr val="1E1B2E"/>
                </a:solidFill>
              </a:rPr>
              <a:t>●  Every stranger can become a friend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dirty="0">
                <a:solidFill>
                  <a:srgbClr val="6C3CE1"/>
                </a:solidFill>
              </a:rPr>
              <a:t>  ★  42 curated trips from ₹1,499 to ₹12,999 — all-inclusive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Target Audience Personas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Persona 1: Solo Explorer (35% of users)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Age 22-26, working professional, wants to travel but friends aren't free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Values safety (ID verification), affordability (group pricing)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Persona 2: College Squad Leader (30%)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Age 18-22, organizes group trips, hates coordination chaos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Values one-click group booking, premium experiences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Persona 3: Weekend Warrior (20%)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Age 24-28, young professional, seeks regular adventures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Values variety (42 destinations), premium membership perks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Persona 4: Insta-Aesthetic Traveler (15%)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Age 20-25, content creator, seeks photo-worthy experiences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Values curated destinations, trip galleries, social sharing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Go-to-Market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Phase 1 — Bangalore Launch (Month 1-3)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Instagram Reels + College WhatsApp groups + Reddit r/bangalore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GenZ influencer partnerships (travel micro-influencers, 10K-100K followers)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₹0 viral referral system: Invite friend = ₹500 off next trip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College campus ambassadors — 10 major colleges in Bangalore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Phase 2 — South India (Month 4-8)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Expand to Hyderabad, Chennai, Pune — localized content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Startup team outing partnerships (corporate GenZ packages)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Phase 3 — Scale (Month 9-12)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Paid ads: Instagram, YouTube Shorts, Google Search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Brand collaborations with travel gear &amp; lifestyle brands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Goal: 25,000 users by end of Year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2E"/>
                </a:solidFill>
              </a:rPr>
              <a:t>Channel Strategy &amp; Budget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55448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Channel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Budget %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Expected CAC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Instagram Reels/Stories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3x/week trip highlights, UGC, behind-scenes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College WhatsApp/Telegram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Campus ambassadors, group promotions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15%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₹30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Referral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₹500 off for inviter + invitee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Google SEO/SEM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Long-tail: 'weekend trips from Bangalore'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15%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₹120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YouTube Shorts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Trip vlogs, destination reveals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Influencer Collabs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Micro-influencers (10K-100K)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₹90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Reddit/Twitter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Community engagement, trip AMAs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2E"/>
                </a:solidFill>
              </a:rPr>
              <a:t>Marketing KPIs &amp; Targets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25603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6B35"/>
                </a:solidFill>
              </a:rPr>
              <a:t>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Conversion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C3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1554480"/>
            <a:ext cx="256032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C3CE1"/>
                </a:solidFill>
              </a:rPr>
              <a:t>&lt; ₹100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CAC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0" y="1554480"/>
            <a:ext cx="2560320" cy="54864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07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CA3"/>
                </a:solidFill>
              </a:rPr>
              <a:t>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Repeat Booking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256032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D93D"/>
                </a:solidFill>
              </a:rPr>
              <a:t>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Referral Rate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0" y="338328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375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CC71"/>
                </a:solidFill>
              </a:rPr>
              <a:t>60+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NPS Score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43600" y="3383280"/>
            <a:ext cx="25603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07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74C3C"/>
                </a:solidFill>
              </a:rPr>
              <a:t>25K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Monthly Active Users (Q4)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Content Marketing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Content Pillars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Trip Highlights — Reels/Shorts from each of 42 destinations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User Stories — Solo travelers who found their squad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Behind-the-Scenes — Resort partnerships, team culture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FOMO Content — 'Last 3 spots left!' urgency posts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Content Calendar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Monday: Destination Monday (new trip spotlight)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Wednesday: Squad Stories (user testimonials)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Friday: Weekend FOMO (upcoming trip promos)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Sunday: Trip Recap (photo dumps from completed outings)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SEO Strategy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Blog posts: 'Best weekend trips from Bangalore', 'Solo travel guide GenZ'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Target 50,000 monthly organic visitors by Month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Referral &amp; Loyalty Program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Viral Referral Engine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Refer a friend → Both get ₹500 off next trip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3 referrals → Free day trip (₹1,499 value)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10 referrals → Premium membership free for 1 year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Premium Membership (₹999/year)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Early access to new trips (24hr head-start)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Exclusive members-only outings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5% discount on all bookings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Priority group matching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Gamification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Badges: Explorer, Adventurer, Trailblazer, Legend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Leaderboard for most trips booked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Target: 25% of users activate referral within first month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2E"/>
                </a:solidFill>
              </a:rPr>
              <a:t>Growth Projections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55448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Quarter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Users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Monthly Outings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Marketing Spend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Q1 (Launch)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₹8L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₹2L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3,000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₹20L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₹4L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₹35L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₹5L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25,000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₹55L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₹6L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Brand Identity &amp; Guidelines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Visual Identity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Primary Color: Orange (#FF6B35) — Energy, adventure, excitement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Secondary: Dark Navy (#1A1A2E) — Trust, premium feel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Accent: Teal (#00CCA3) — Fresh, GenZ-friendly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Tone of Voice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Casual, fun, meme-aware — never corporate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Use GenZ slang naturally: 'no cap', 'slay', 'vibes', 'touch grass'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Emojis encouraged in social media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Brand Taglines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Primary: 'Discover. Connect. Explore Together.'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Social: 'Touch grass. Make memories. No cap.'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Consistency across all 42 destination pages + social channels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731520"/>
            <a:ext cx="2103120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C3CE1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VIBES@Outing — Marketing Manager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dirty="0">
                <a:solidFill>
                  <a:srgbClr val="00CCA3"/>
                </a:solidFill>
              </a:rPr>
              <a:t>🌐  www.vibesouting.in</a:t>
            </a:r>
          </a:p>
          <a:p>
            <a:pPr algn="ctr"/>
            <a:r>
              <a:rPr sz="1200" dirty="0">
                <a:solidFill>
                  <a:srgbClr val="00CCA3"/>
                </a:solidFill>
              </a:rPr>
              <a:t>📧  vibesoutingsupport@gmail.com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FFD93D"/>
                </a:solidFill>
              </a:rPr>
              <a:t>"Touch grass. Make memories. No cap."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1103</Words>
  <Application>Microsoft Office PowerPoint</Application>
  <PresentationFormat>On-screen Show (4:3)</PresentationFormat>
  <Paragraphs>185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kala, Vikas (FT D AA IN PAMC MC MTS-SWHMI1 TA)</cp:lastModifiedBy>
  <cp:revision>2</cp:revision>
  <dcterms:created xsi:type="dcterms:W3CDTF">2013-01-27T09:14:16Z</dcterms:created>
  <dcterms:modified xsi:type="dcterms:W3CDTF">2026-05-16T08:46:31Z</dcterms:modified>
  <cp:category/>
</cp:coreProperties>
</file>