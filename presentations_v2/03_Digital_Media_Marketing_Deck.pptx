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560320"/>
            <a:ext cx="9144000" cy="73152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457200"/>
            <a:ext cx="2103120" cy="2103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27432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C3CE1"/>
                </a:solidFill>
              </a:rPr>
              <a:t>VIBES@Outing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FFFFFF"/>
                </a:solidFill>
              </a:rPr>
              <a:t>Digital Media Marketing Deck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00CCA3"/>
                </a:solidFill>
              </a:rPr>
              <a:t>Social Media | Content | Influencer | Performance Ads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i="1">
                <a:solidFill>
                  <a:srgbClr val="FFD93D"/>
                </a:solidFill>
              </a:rPr>
              <a:t>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5852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6C757D"/>
                </a:solidFill>
              </a:rPr>
              <a:t>Founded 2026 | India-first | GenZ-focused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Digital Media Landscape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Where GenZ Lives Online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Instagram: 85% of GenZ India — primary discovery platform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YouTube Shorts: 70% daily consumption — trip vlogs &amp; destination reveals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Reddit: r/bangalore (500K+) — organic community engagement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WhatsApp/Telegram: Group discovery &amp; viral sharing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Our Digital Advantage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42 curated photogenic destinations = unlimited content goldmine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User-generated content from every trip = authentic social proof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Each trip = 15-20 Instagram-worthy moments for UGC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Social Media Platform Strategy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Content Type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Frequency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Goal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Instagram Reels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30-sec trip highlights, transitions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5x/week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Discovery + FOMO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Instagram Stories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Polls, countdowns, behind-scenes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Engagement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Instagram Posts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Carousels, trip galleries,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3x/week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Trust + SEO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YouTube Shorts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Trip vlogs, 'Day in the life' of outing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3x/week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Reach expansion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YouTube Long-form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Full trip documentaries, 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2x/month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SEO + depth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Reddit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Trip reports, AMAs, community Q&amp;A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3x/week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Organic trust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Twitter/X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Memes, trending takes, quick updates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Daily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Virality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WhatsApp Channels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Trip alerts, exclusive offers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2x/week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Direct conversion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Content Production Pipeline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Content Types (Priority Order)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Reels/Shorts: Trip highlights with trending audio (highest ROI)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User testimonials: Solo travelers who found their squad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Destination carousels: '5 reasons to visit Coorg this weekend'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Behind-the-scenes: Resort setup, cab arrangements, team prep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FOMO triggers: 'Only 3 spots left!' countdown stories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Production Workflow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Pre-trip: Teaser content, countdown, destination spotlight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During trip: Live stories, quick snaps, attendee takeovers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Post-trip: Photo dumps, review videos, user UGC reposts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Target: 100+ unique content pieces per month across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Influencer Marketing Strategy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Tier 1: Micro-Influencers (10K-50K followers)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30 travel/lifestyle creators in Bangalore — barter + small fee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Deliverables: 1 Reel + 3 Stories per trip attended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Expected reach: 300K-500K per month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Tier 2: Mid-Tier (50K-200K followers)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5-8 curated partnerships per quarter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Paid collaboration: ₹15K-₹30K per campaign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Tier 3: Macro/Celebrity (200K+)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1-2 brand ambassadors for annual deals (Phase 2)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Creator Program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Free trips for creators who produce 3+ pieces of content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Exclusive 'Creator Squad' badge on platform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Influencer content typically generates 3x more trust than brand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Paid Advertising Strategy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15544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Platform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Ad Type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Monthly Budget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Expected ROAS</a:t>
                      </a:r>
                    </a:p>
                  </a:txBody>
                  <a:tcPr>
                    <a:solidFill>
                      <a:srgbClr val="00CC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Instagram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Reel ads, carousel 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18-28, Bangalore, interests: travel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₹50K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Google Search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Long-tail keywords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'weekend trips Bangalore', 'group outing'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₹30K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4x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YouTube Pre-roll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6-sec bumpers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18-28, travel intent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₹20K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Facebook/Meta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Lookalike audiences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Based on existing user data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₹15K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2x</a:t>
                      </a:r>
                    </a:p>
                  </a:txBody>
                  <a:tcPr>
                    <a:solidFill>
                      <a:srgbClr val="F0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Reddit Promoted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Promoted posts in r/bangalore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Travel + GenZ subreddits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₹10K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E1B2E"/>
                          </a:solidFill>
                        </a:rPr>
                        <a:t>3.5x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E1B2E"/>
                </a:solidFill>
              </a:rPr>
              <a:t>Digital Media KPIs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1554480"/>
            <a:ext cx="256032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6B35"/>
                </a:solidFill>
              </a:rPr>
              <a:t>50K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Instagram Followers (Y1)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6C3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200400" y="1554480"/>
            <a:ext cx="2560320" cy="54864"/>
          </a:xfrm>
          <a:prstGeom prst="rect">
            <a:avLst/>
          </a:prstGeom>
          <a:solidFill>
            <a:srgbClr val="6C3C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6C3CE1"/>
                </a:solidFill>
              </a:rPr>
              <a:t>500K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Monthly Reach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15544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C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943600" y="1554480"/>
            <a:ext cx="2560320" cy="54864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080760" y="17373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CCA3"/>
                </a:solidFill>
              </a:rPr>
              <a:t>&gt; 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80760" y="2514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Engagement Rate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D9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3383280"/>
            <a:ext cx="2560320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D93D"/>
                </a:solidFill>
              </a:rPr>
              <a:t>3%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Content-to-Booking Rate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200400" y="3383280"/>
            <a:ext cx="2560320" cy="54864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375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ECC71"/>
                </a:solidFill>
              </a:rPr>
              <a:t>&lt; ₹5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Cost per Click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3383280"/>
            <a:ext cx="256032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943600" y="3383280"/>
            <a:ext cx="2560320" cy="54864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0760" y="3566160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E74C3C"/>
                </a:solidFill>
              </a:rPr>
              <a:t>3x+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80760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C757D"/>
                </a:solidFill>
              </a:rPr>
              <a:t>ROAS Target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SEO &amp; Content Marketing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Blog/SEO Strategy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Target keywords: 'weekend trips from Bangalore', 'GenZ group travel'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'Best of' listicles for each of 42 destinations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Trip planning guides with embedded booking CTAs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SEO Technical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PWA already optimized for mobile-first indexing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Structured data for trip listings (schema.org/Event)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Page speed optimization — current PWA loads in &lt; 2 seconds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Email Marketing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Welcome series: 3-email onboarding flow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Weekly newsletter: 'This Weekend's Top Picks'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Abandoned booking recovery emails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Target: 50,000 monthly organic visitors by Month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73152"/>
            <a:ext cx="502920" cy="5029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7240" y="109728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6C3CE1"/>
                </a:solidFill>
              </a:rPr>
              <a:t>VIBES@Outing</a:t>
            </a:r>
            <a:r>
              <a:rPr sz="1000">
                <a:solidFill>
                  <a:srgbClr val="6C757D"/>
                </a:solidFill>
              </a:rPr>
              <a:t>  •  Premium GenZ Group Outings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217920"/>
            <a:ext cx="9144000" cy="64008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m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6291072"/>
            <a:ext cx="347472" cy="3474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94360" y="626364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C3CE1"/>
                </a:solidFill>
              </a:rPr>
              <a:t>VIBES@Outing — Discover. Connect. Explore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626364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00CCA3"/>
                </a:solidFill>
              </a:rPr>
              <a:t>www.vibesouting.in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40080"/>
            <a:ext cx="54864" cy="5577840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8229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E1B2E"/>
                </a:solidFill>
              </a:rPr>
              <a:t>Viral &amp; Guerrilla Campaigns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371600"/>
            <a:ext cx="1828800" cy="36576"/>
          </a:xfrm>
          <a:prstGeom prst="rect">
            <a:avLst/>
          </a:prstGeom>
          <a:solidFill>
            <a:srgbClr val="00CC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1554480"/>
            <a:ext cx="8229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Campaign Ideas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'Mystery Trip' — Book without knowing destination, revealed day-of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'Stranger Squad Challenge' — Film making friends on VIBES@Outing trips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'Weekend Bingo' — Visit 5 destinations, win free Goa trip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'Touch Grass Challenge' — TikTok/Reels challenge, most views = free trip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Partnerships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College festivals: Sponsor travel-themed events at top 10 Bangalore colleges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Startup team outing partnerships: Offer corporate GenZ packages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Travel gear brands: Co-branded content with backpack/clothing brands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>
                <a:solidFill>
                  <a:srgbClr val="00CCA3"/>
                </a:solidFill>
              </a:rPr>
              <a:t>Community Building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VIBES@Outing Discord/Telegram community for trip discussions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300">
                <a:solidFill>
                  <a:srgbClr val="1E1B2E"/>
                </a:solidFill>
              </a:rPr>
              <a:t>●  Monthly meetups in Bangalore for platform users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>
                <a:solidFill>
                  <a:srgbClr val="6C3CE1"/>
                </a:solidFill>
              </a:rPr>
              <a:t>  ★  Every campaign ties back to app installs + first booking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731520"/>
            <a:ext cx="2103120" cy="2103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92608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000" b="1">
                <a:solidFill>
                  <a:srgbClr val="6C3CE1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>
                <a:solidFill>
                  <a:srgbClr val="FFFFFF"/>
                </a:solidFill>
              </a:rPr>
              <a:t>VIBES@Outing — Digital Media Marketing Manager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64008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dirty="0">
                <a:solidFill>
                  <a:srgbClr val="00CCA3"/>
                </a:solidFill>
              </a:rPr>
              <a:t>🌐  www.vibesouting.in</a:t>
            </a:r>
          </a:p>
          <a:p>
            <a:pPr algn="ctr"/>
            <a:r>
              <a:rPr sz="1200" dirty="0">
                <a:solidFill>
                  <a:srgbClr val="00CCA3"/>
                </a:solidFill>
              </a:rPr>
              <a:t>📧  vibesoutingsupport@gmail.com</a:t>
            </a:r>
          </a:p>
          <a:p>
            <a:pPr algn="ctr"/>
            <a:endParaRPr sz="1200" dirty="0">
              <a:solidFill>
                <a:srgbClr val="00CCA3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i="1">
                <a:solidFill>
                  <a:srgbClr val="FFD93D"/>
                </a:solidFill>
              </a:rPr>
              <a:t>"Touch grass. Make memories. No cap."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9d258917-277f-42cd-a3cd-14c4e9ee58bc}" enabled="1" method="Standar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1041</Words>
  <Application>Microsoft Office PowerPoint</Application>
  <PresentationFormat>On-screen Show (4:3)</PresentationFormat>
  <Paragraphs>179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kala, Vikas (FT D AA IN PAMC MC MTS-SWHMI1 TA)</cp:lastModifiedBy>
  <cp:revision>2</cp:revision>
  <dcterms:created xsi:type="dcterms:W3CDTF">2013-01-27T09:14:16Z</dcterms:created>
  <dcterms:modified xsi:type="dcterms:W3CDTF">2026-05-16T08:47:04Z</dcterms:modified>
  <cp:category/>
</cp:coreProperties>
</file>