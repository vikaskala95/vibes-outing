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457200"/>
            <a:ext cx="2103120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C3CE1"/>
                </a:solidFill>
              </a:rPr>
              <a:t>VIBES@Outing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Customer Relationship Manager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00CCA3"/>
                </a:solidFill>
              </a:rPr>
              <a:t>Community | Engagement | Retention |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FFD93D"/>
                </a:solidFill>
              </a:rPr>
              <a:t>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852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C757D"/>
                </a:solidFill>
              </a:rPr>
              <a:t>Founded 2026 | India-first | GenZ-focused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CRM Vision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D93D"/>
                </a:solidFill>
              </a:rPr>
              <a:t>Customer-First Philosophy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Every user is a potential brand ambassador — treat them like VIPs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GenZ expects instant responses, authentic communication, personal touch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D93D"/>
                </a:solidFill>
              </a:rPr>
              <a:t>CRM Goals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Repeat booking rate: 35%+ (users booking 2+ trips)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NPS Score: 60+ (promoter-dominant)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Support response time: &lt; 2 hours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Community engagement: Active user base on Discord/Telegram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Turn solo travelers into squad leaders, and squad leaders into brand evangelists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Customer Journey Mapping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D93D"/>
                </a:solidFill>
              </a:rPr>
              <a:t>Stage 1: Discovery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User finds VIBES@Outing via Instagram/referral/search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CRM action: Track source, personalize first interaction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D93D"/>
                </a:solidFill>
              </a:rPr>
              <a:t>Stage 2: First Booking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User browses 42 destinations, selects trip, pays token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CRM action: Welcome email, trip prep guide, WhatsApp group invite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D93D"/>
                </a:solidFill>
              </a:rPr>
              <a:t>Stage 3: Trip Experience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User attends outing, interacts with group, creates memories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CRM action: In-trip check-ins, photo sharing, coordinator support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D93D"/>
                </a:solidFill>
              </a:rPr>
              <a:t>Stage 4: Post-Trip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User receives feedback survey, rates experience, writes review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CRM action: Thank-you email, review request, next trip recommendation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D93D"/>
                </a:solidFill>
              </a:rPr>
              <a:t>Stage 5: Retention &amp; Advocacy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User books again, refers friends, shares on social media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CRM action: Loyalty rewards, referral incentives, VIP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Community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D93D"/>
                </a:solidFill>
              </a:rPr>
              <a:t>Community Channels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In-App Group Chat: Auto-created for each trip (pre-trip + during)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WhatsApp Groups: Trip-specific groups for coordination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Discord/Telegram: Platform-wide community for trip discussions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D93D"/>
                </a:solidFill>
              </a:rPr>
              <a:t>Moderation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AI-assisted content moderation for group chats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Clear community guidelines: No harassment, spam, or inappropriate content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Report system with 24-hour resolution SLA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D93D"/>
                </a:solidFill>
              </a:rPr>
              <a:t>Engagement Programs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Monthly virtual meetup: 'VIBES@Outing Community Night'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Trip photo contests: Best photo wins free trip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User spotlights: Feature top travelers on Instagram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Build emotional connection — community is our competitive moat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Customer Support Framework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5544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FFD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Channel</a:t>
                      </a:r>
                    </a:p>
                  </a:txBody>
                  <a:tcPr>
                    <a:solidFill>
                      <a:srgbClr val="FFD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Response SLA</a:t>
                      </a:r>
                    </a:p>
                  </a:txBody>
                  <a:tcPr>
                    <a:solidFill>
                      <a:srgbClr val="FFD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Resolution SLA</a:t>
                      </a:r>
                    </a:p>
                  </a:txBody>
                  <a:tcPr>
                    <a:solidFill>
                      <a:srgbClr val="FFD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Pre-booking Queries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Chat/Email/WhatsApp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30 mins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Payment Issues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Email + Razorpay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 hour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4 hours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Trip Changes/Cancellation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Email/Phone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24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During-Trip Emergency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Phone (Hotline)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Immediate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Real-time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Post-Trip Complaints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Email/In-App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4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48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Review Disputes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Email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24 hours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72 hours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Refund Requests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Email +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4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5 business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CRM KPIs &amp; Targets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25603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6B35"/>
                </a:solidFill>
              </a:rPr>
              <a:t>35%+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Repeat Booking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C3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1554480"/>
            <a:ext cx="256032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C3CE1"/>
                </a:solidFill>
              </a:rPr>
              <a:t>60+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NPS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0" y="1554480"/>
            <a:ext cx="2560320" cy="54864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CA3"/>
                </a:solidFill>
              </a:rPr>
              <a:t>&lt; 2 hrs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Support Response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256032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D93D"/>
                </a:solidFill>
              </a:rPr>
              <a:t>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Review Completion Rate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0" y="338328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375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CC71"/>
                </a:solidFill>
              </a:rPr>
              <a:t>25%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Referral Activation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0" y="3383280"/>
            <a:ext cx="25603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74C3C"/>
                </a:solidFill>
              </a:rPr>
              <a:t>&lt; 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Churn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Retention &amp; Loyalty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D93D"/>
                </a:solidFill>
              </a:rPr>
              <a:t>Retention Levers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Post-trip recommendation engine: 'Based on your Coorg trip, try Wayanad next'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Birthday/anniversary trip discounts (personal touch)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Milestone rewards: 3rd trip free upgrade, 5th trip free day-trip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D93D"/>
                </a:solidFill>
              </a:rPr>
              <a:t>Loyalty Tiers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Explorer: 1 trip — Welcome badge, basic perks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Adventurer: 3 trips — 5% discount, early access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Trailblazer: 5 trips — 10% discount, exclusive trips, priority matching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Legend: 10+ trips — Free annual membership, VIP experiences, ambassador status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D93D"/>
                </a:solidFill>
              </a:rPr>
              <a:t>Win-Back Campaigns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30-day inactive: 'Miss the vibes? Here's ₹300 off your next trip'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60-day inactive: 'Your squad misses you — exclusive trip invitation'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Personalization is key — use trip history, interests, group preferences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Feedback &amp; Review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D93D"/>
                </a:solidFill>
              </a:rPr>
              <a:t>Review Collection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Automated post-trip survey (NPS + detailed feedback) — sent T+1 day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In-app star ratings for: Trip, Resort, Transport, Activities, Coordinator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Photo review incentive: Upload trip photos = ₹100 credit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D93D"/>
                </a:solidFill>
              </a:rPr>
              <a:t>Review Analysis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Sentiment analysis on all reviews — flag negative patterns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Monthly CRM report: Top complaints, praise areas, actionable improvements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Vendor quality tracking: Reviews feed into vendor scorecard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FD93D"/>
                </a:solidFill>
              </a:rPr>
              <a:t>User Insights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Trip preference analytics: Popular destinations, price sensitivity, group size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Seasonal demand patterns for operations planning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Every review is responded to within 24 hours — positive or negative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731520"/>
            <a:ext cx="210312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C3CE1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VIBES@Outing — Customer Relationship Manager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>
                <a:solidFill>
                  <a:srgbClr val="00CCA3"/>
                </a:solidFill>
              </a:rPr>
              <a:t>🌐  www.vibesouting.in</a:t>
            </a:r>
          </a:p>
          <a:p>
            <a:pPr algn="ctr"/>
            <a:r>
              <a:rPr sz="1200" dirty="0">
                <a:solidFill>
                  <a:srgbClr val="00CCA3"/>
                </a:solidFill>
              </a:rPr>
              <a:t>📧  vibesoutingsupport@gmail</a:t>
            </a:r>
            <a:r>
              <a:rPr sz="1200">
                <a:solidFill>
                  <a:srgbClr val="00CCA3"/>
                </a:solidFill>
              </a:rPr>
              <a:t>.com</a:t>
            </a:r>
            <a:endParaRPr sz="1200" dirty="0">
              <a:solidFill>
                <a:srgbClr val="00CCA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FFD93D"/>
                </a:solidFill>
              </a:rPr>
              <a:t>"Touch grass. Make memories. No cap."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940</Words>
  <Application>Microsoft Office PowerPoint</Application>
  <PresentationFormat>On-screen Show (4:3)</PresentationFormat>
  <Paragraphs>144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kala, Vikas (FT D AA IN PAMC MC MTS-SWHMI1 TA)</cp:lastModifiedBy>
  <cp:revision>2</cp:revision>
  <dcterms:created xsi:type="dcterms:W3CDTF">2013-01-27T09:14:16Z</dcterms:created>
  <dcterms:modified xsi:type="dcterms:W3CDTF">2026-05-16T08:50:59Z</dcterms:modified>
  <cp:category/>
</cp:coreProperties>
</file>