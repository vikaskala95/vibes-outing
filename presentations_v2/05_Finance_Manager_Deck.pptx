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457200"/>
            <a:ext cx="210312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C3CE1"/>
                </a:solidFill>
              </a:rPr>
              <a:t>VIBES@Outing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Finance Manager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00CCA3"/>
                </a:solidFill>
              </a:rPr>
              <a:t>Revenue | Unit Economics | Compliance | Financial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FFD93D"/>
                </a:solidFill>
              </a:rPr>
              <a:t>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852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757D"/>
                </a:solidFill>
              </a:rPr>
              <a:t>Founded 2026 | India-first | GenZ-focused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Financial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</a:rPr>
              <a:t>Business Model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Marketplace model: Commission on bookings + membership + promotions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Token-based booking: 20% upfront, 80% within 24hrs of trip date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Payment via Razorpay: UPI, Cards, NetBanking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</a:rPr>
              <a:t>Revenue Streams (5 pillars)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Booking Commission: 15-20% per booking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Premium Membership: ₹999/year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Featured Listings: Resort/organizer promotions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Corporate Packages: Startup team outings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Affiliate Earnings: Travel partners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Year 1 Total Revenue Target: ₹93 Lakhs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Revenue Projections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Monthly Outings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Avg Booking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₹8L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3,000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₹7,500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₹20L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₹35L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25,000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₹7,500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₹55L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Year 1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210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₹93L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1,50,000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3,000 total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₹8,000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₹4Cr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5,00,000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10,000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₹8,500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₹12Cr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Unit Economics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25603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B35"/>
                </a:solidFill>
              </a:rPr>
              <a:t>₹7,500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Avg Booking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C3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1554480"/>
            <a:ext cx="256032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C3CE1"/>
                </a:solidFill>
              </a:rPr>
              <a:t>15-20%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Commission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0" y="1554480"/>
            <a:ext cx="2560320" cy="54864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CA3"/>
                </a:solidFill>
              </a:rPr>
              <a:t>₹1,125-₹1,500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Gross Margin/Booking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256032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93D"/>
                </a:solidFill>
              </a:rPr>
              <a:t>&lt; ₹100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CAC Target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0" y="338328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375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CC71"/>
                </a:solidFill>
              </a:rPr>
              <a:t>₹3,375-₹4,500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LTV (3 trips)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0" y="3383280"/>
            <a:ext cx="25603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74C3C"/>
                </a:solidFill>
              </a:rPr>
              <a:t>30-45x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LTV:CAC Ratio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Token-Based Booking Economics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</a:rPr>
              <a:t>How Token Booking Works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Customer pays 20% upfront to lock their spot (₹300-₹2,600)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Remaining 80% due within 24 hours of trip date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</a:rPr>
              <a:t>Financial Benefits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Cash flow positive: Token amount received 7-30 days before trip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Lower refund liability: Only token amount at risk for cancellations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Higher commitment: Token creates psychological lock-in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</a:rPr>
              <a:t>Cancellation Policy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7+ days before trip: 90% token refund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3-7 days: 50% token refund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&lt; 3 days: No refund (token forfeited)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Token forfeitures estimated at 5-8% — additional revenue stream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Cost Structure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Monthly (Q1)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Monthly (Q4)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% of Revenue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Vendor Payments (Resorts+Cabs)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₹5.5L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₹35L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60-65%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Marketing &amp; Acquisition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₹0.7L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₹2L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8-10%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Team Salaries (10 roles)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₹3L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12-15%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Tech Infrastructure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₹0.3L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₹0.5L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3-5%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Payment Gateway Fees (2%)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₹0.16L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₹1.1L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Legal &amp; Compliance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₹0.25L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₹0.25L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1-2%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Contingency &amp; Insurance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₹0.2L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₹0.5L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2-3%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Seed Funding — ₹30 Lakhs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</a:rPr>
              <a:t>Fund Allocation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Product Development (Mobile App): 35% — ₹10.5L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Marketing &amp; User Acquisition: 35% — ₹10.5L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Operations &amp; Team: 20% — ₹6L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Legal &amp; Compliance: 10% — ₹3L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</a:rPr>
              <a:t>Financial Milestones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Month 3: Break-even on unit economics (per trip profitable)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Month 6: Operating cash flow positive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Month 12: ₹55L cumulative revenue, ready for Series 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</a:rPr>
              <a:t>Equity Terms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8-12% equity for ₹30L seed round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12-month runway with conservative growth assumptions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Payment &amp; Compliance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</a:rPr>
              <a:t>Payment Infrastructure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Razorpay integration: UPI, Cards, NetBanking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Automated split payments: Commission retained, vendor paid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Refund automation: Policy-based refund processing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</a:rPr>
              <a:t>Tax Compliance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GST registration &amp; quarterly filing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TDS deduction on vendor payments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Income tax compliance (startup exemption under Section 80-IAC if eligible)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</a:rPr>
              <a:t>Legal &amp; Data Privacy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Terms of Service &amp; Privacy Policy (DPDP Act 2023 compliant)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Aadhaar/PAN data handling — encrypted storage, limited access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Travel insurance compliance for group activities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Monthly financial reporting dashboard in admin panel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Financial Risk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</a:rPr>
              <a:t>Key Risks &amp; Mitigation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Cancellation spikes: Token system limits exposure to 20% of booking value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Vendor default: 2+ backup vendors per destination, advance deposits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Seasonality: Off-season pricing, indoor/urban activities in monsoon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</a:rPr>
              <a:t>Cash Flow Management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Token collected upfront → positive working capital cycle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Vendor payments on net-7 terms (post-trip settlement)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Membership revenue provides recurring baseline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</a:rPr>
              <a:t>Sensitivity Analysis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If bookings 30% below target: Still cash-flow positive at Month 8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If CAC doubles: Shift to organic/referral — break-even at Month 10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Conservative model — all projections assume 70% of optimistic scenario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73152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C3CE1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VIBES@Outing — Finance Manager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00CCA3"/>
                </a:solidFill>
              </a:rPr>
              <a:t>🌐  www.vibesouting.in</a:t>
            </a:r>
          </a:p>
          <a:p>
            <a:pPr algn="ctr"/>
            <a:r>
              <a:rPr sz="1200" dirty="0">
                <a:solidFill>
                  <a:srgbClr val="00CCA3"/>
                </a:solidFill>
              </a:rPr>
              <a:t>📧  vibesoutingsupport@gmail</a:t>
            </a:r>
            <a:r>
              <a:rPr sz="1200">
                <a:solidFill>
                  <a:srgbClr val="00CCA3"/>
                </a:solidFill>
              </a:rPr>
              <a:t>.com</a:t>
            </a:r>
            <a:endParaRPr sz="1200" dirty="0">
              <a:solidFill>
                <a:srgbClr val="00CCA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FFD93D"/>
                </a:solidFill>
              </a:rPr>
              <a:t>"Touch grass. Make memories. No cap."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974</Words>
  <Application>Microsoft Office PowerPoint</Application>
  <PresentationFormat>On-screen Show (4:3)</PresentationFormat>
  <Paragraphs>186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kala, Vikas (FT D AA IN PAMC MC MTS-SWHMI1 TA)</cp:lastModifiedBy>
  <cp:revision>2</cp:revision>
  <dcterms:created xsi:type="dcterms:W3CDTF">2013-01-27T09:14:16Z</dcterms:created>
  <dcterms:modified xsi:type="dcterms:W3CDTF">2026-05-16T08:50:31Z</dcterms:modified>
  <cp:category/>
</cp:coreProperties>
</file>