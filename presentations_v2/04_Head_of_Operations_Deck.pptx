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73152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457200"/>
            <a:ext cx="2103120" cy="2103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6C3CE1"/>
                </a:solidFill>
              </a:rPr>
              <a:t>VIBES@Outing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</a:rPr>
              <a:t>Head of Operations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00CCA3"/>
                </a:solidFill>
              </a:rPr>
              <a:t>Logistics | Vendor Management | Trip Execution |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i="1">
                <a:solidFill>
                  <a:srgbClr val="FFD93D"/>
                </a:solidFill>
              </a:rPr>
              <a:t>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852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C757D"/>
                </a:solidFill>
              </a:rPr>
              <a:t>Founded 2026 | India-first | GenZ-focused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Operations Overview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Mission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Flawless execution of 42 curated premium trips from Bangalore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Every trip includes: High-end Resort + Private Cab (non-negotiable)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Scale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42 destinations across 6 categories: Mountains, Adventure, Beaches, Wildlife, Heritage, Road Trips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14 Day Trips + 21 Overnight Trips + 5 Wildlife/Safari + 2 Special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Price range: ₹1,499 to ₹12,999 per person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Average group size: 15 people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Year 1 Targets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Q1: 15 outings/month → Q4: 100 outings/month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Zero safety incidents. 100% on-time departures.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1B2E"/>
                </a:solidFill>
              </a:rPr>
              <a:t>Trip Categories &amp; Operations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55448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6C3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6C3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Avg Duration</a:t>
                      </a:r>
                    </a:p>
                  </a:txBody>
                  <a:tcPr>
                    <a:solidFill>
                      <a:srgbClr val="6C3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Key Logistics</a:t>
                      </a:r>
                    </a:p>
                  </a:txBody>
                  <a:tcPr>
                    <a:solidFill>
                      <a:srgbClr val="6C3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Complexity</a:t>
                      </a:r>
                    </a:p>
                  </a:txBody>
                  <a:tcPr>
                    <a:solidFill>
                      <a:srgbClr val="6C3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Day Trips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8-12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Cab + activity + lunch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2-Day/1-Night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2 days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Resort + cab + meals + activities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Wildlife Safari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2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Resort + safari permits + guides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Adventure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1-2 days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Safety gear + trained guides + insurance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Heritage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1-2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Guides + temple timings + cultural etiquette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Beach/Coastal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2 days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Water sports vendors + safety equipment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Vendor &amp; Partner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dirty="0">
                <a:solidFill>
                  <a:srgbClr val="6C3CE1"/>
                </a:solidFill>
              </a:rPr>
              <a:t>Resort Partners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E1B2E"/>
                </a:solidFill>
              </a:rPr>
              <a:t>●  Tier-1 resorts at each of 42 destinations — quality audit quarterly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E1B2E"/>
                </a:solidFill>
              </a:rPr>
              <a:t>●  Negotiate bulk rates: 30-40% below rack rate for consistent bookings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E1B2E"/>
                </a:solidFill>
              </a:rPr>
              <a:t>●  Backup resort at every destination for contingency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dirty="0">
                <a:solidFill>
                  <a:srgbClr val="6C3CE1"/>
                </a:solidFill>
              </a:rPr>
              <a:t>Cab/Transport Partners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E1B2E"/>
                </a:solidFill>
              </a:rPr>
              <a:t>●  3 cab partners minimum — Tempo </a:t>
            </a:r>
            <a:r>
              <a:rPr sz="1300" dirty="0" err="1">
                <a:solidFill>
                  <a:srgbClr val="1E1B2E"/>
                </a:solidFill>
              </a:rPr>
              <a:t>Traveller</a:t>
            </a:r>
            <a:r>
              <a:rPr sz="1300" dirty="0">
                <a:solidFill>
                  <a:srgbClr val="1E1B2E"/>
                </a:solidFill>
              </a:rPr>
              <a:t> (12-15 seats) + Mini Bus (20+)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E1B2E"/>
                </a:solidFill>
              </a:rPr>
              <a:t>●  GPS tracking on all vehicles, driver verification (DL + background check)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dirty="0">
                <a:solidFill>
                  <a:srgbClr val="6C3CE1"/>
                </a:solidFill>
              </a:rPr>
              <a:t>Activity Vendors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E1B2E"/>
                </a:solidFill>
              </a:rPr>
              <a:t>●  Certified adventure operators: rafting, trekking, rappelling, kayaking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E1B2E"/>
                </a:solidFill>
              </a:rPr>
              <a:t>●  Safety certifications mandatory, insurance verification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dirty="0">
                <a:solidFill>
                  <a:srgbClr val="6C3CE1"/>
                </a:solidFill>
              </a:rPr>
              <a:t>Food &amp; Beverage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E1B2E"/>
                </a:solidFill>
              </a:rPr>
              <a:t>●  Pre-negotiated meal packages at destination restaurants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E1B2E"/>
                </a:solidFill>
              </a:rPr>
              <a:t>●  Dietary preference collection during booking (veg/non-veg/vegan)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 dirty="0">
                <a:solidFill>
                  <a:srgbClr val="6C3CE1"/>
                </a:solidFill>
              </a:rPr>
              <a:t>  ★  All vendors rated after every trip — below 4.0 rating = review/replace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2880" y="649027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1E1B2E"/>
                </a:solidFill>
              </a:rPr>
              <a:t>Trip Execution Playbook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 dirty="0">
                <a:solidFill>
                  <a:srgbClr val="6C3CE1"/>
                </a:solidFill>
              </a:rPr>
              <a:t>T-7 Days (Pre-Trip)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Confirm resort booking, cab assignment, activity slots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Send itinerary to all booked participants via email + WhatsApp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Collect emergency contact, dietary preferences, medical info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 dirty="0">
                <a:solidFill>
                  <a:srgbClr val="6C3CE1"/>
                </a:solidFill>
              </a:rPr>
              <a:t>T-1 Day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Final headcount confirmation, collect remaining 80% payment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Cab driver briefing: route, stops, contact numbers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Weather check — contingency plan activation if needed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 dirty="0">
                <a:solidFill>
                  <a:srgbClr val="6C3CE1"/>
                </a:solidFill>
              </a:rPr>
              <a:t>Trip Day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Trip coordinator on-ground for every outing (15+ group)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Real-time check-in/check-out tracking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Emergency protocol: Local hospital, police, insurance contacts ready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 dirty="0">
                <a:solidFill>
                  <a:srgbClr val="6C3CE1"/>
                </a:solidFill>
              </a:rPr>
              <a:t>T+1 Day (Post-Trip)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dirty="0">
                <a:solidFill>
                  <a:srgbClr val="1E1B2E"/>
                </a:solidFill>
              </a:rPr>
              <a:t>●  Send feedback survey to all attendees</a:t>
            </a:r>
            <a:r>
              <a:rPr lang="en-US" sz="1200" dirty="0">
                <a:solidFill>
                  <a:srgbClr val="1E1B2E"/>
                </a:solidFill>
              </a:rPr>
              <a:t> and </a:t>
            </a:r>
            <a:r>
              <a:rPr sz="1200" dirty="0">
                <a:solidFill>
                  <a:srgbClr val="1E1B2E"/>
                </a:solidFill>
              </a:rPr>
              <a:t>Process ratings &amp; reviews, photo gallery upload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 dirty="0">
                <a:solidFill>
                  <a:srgbClr val="6C3CE1"/>
                </a:solidFill>
              </a:rPr>
              <a:t>  ★  Vendor settlement within 48 hours of trip completion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Safety &amp; Emergency Protocols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Safety Standards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ID verification mandatory: Aadhaar/PAN before trip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Emergency contacts collected for every participant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First-aid kit on every cab, trained coordinator for groups 15+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Emergency Playbook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Medical emergency: Nearest hospital pre-mapped for all 42 destinations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Vehicle breakdown: Backup cab dispatch within 2 hours (partner SLA)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Weather emergency: Alternate indoor activity plan for each destination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Insurance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Group travel insurance for every trip (included in price)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Adventure activity insurance: Separate coverage for rafting/trekking/rappelling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Zero tolerance for unverified participants on any trip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1B2E"/>
                </a:solidFill>
              </a:rPr>
              <a:t>Operations KPIs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554480"/>
            <a:ext cx="25603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17373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6B35"/>
                </a:solidFill>
              </a:rPr>
              <a:t>98%+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On-Time Departure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15544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C3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0" y="1554480"/>
            <a:ext cx="2560320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37560" y="17373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C3CE1"/>
                </a:solidFill>
              </a:rPr>
              <a:t>&gt; 4.0/5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Vendor Quality 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5544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0" y="1554480"/>
            <a:ext cx="2560320" cy="54864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80760" y="17373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CCA3"/>
                </a:solidFill>
              </a:rPr>
              <a:t>Zero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Safety Incidents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3832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383280"/>
            <a:ext cx="2560320" cy="54864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566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D93D"/>
                </a:solidFill>
              </a:rPr>
              <a:t>60+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Trip NPS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33832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0" y="3383280"/>
            <a:ext cx="25603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37560" y="3566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CC71"/>
                </a:solidFill>
              </a:rPr>
              <a:t>&lt; 48 hrs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Vendor Settlement 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33832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43600" y="3383280"/>
            <a:ext cx="256032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80760" y="3566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74C3C"/>
                </a:solidFill>
              </a:rPr>
              <a:t>&gt; 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Outing Capacity Utilization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Scaling Operations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Phase 1: Bangalore (Month 1-3)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15→100 outings/month ramp-up, 42 destinations operational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Core team: 2 operations coordinators + 5 trip leaders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Phase 2: Multi-City (Month 4-8)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Hyderabad, Chennai, Pune — replicate Bangalore playbook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Regional operations leads in each city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Expand to 75+ outings in catalog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Phase 3: Organizer Platform (Month 9-12)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Self-service portal for verified organizers to create trips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Operations quality audit for third-party trips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Automated vendor management system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Standard Operating Procedures documented for all 42 destinations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731520"/>
            <a:ext cx="2103120" cy="2103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C3CE1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VIBES@Outing — Head of Operations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4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dirty="0">
                <a:solidFill>
                  <a:srgbClr val="00CCA3"/>
                </a:solidFill>
              </a:rPr>
              <a:t>🌐  www.vibesouting.in</a:t>
            </a:r>
          </a:p>
          <a:p>
            <a:pPr algn="ctr"/>
            <a:r>
              <a:rPr sz="1200" dirty="0">
                <a:solidFill>
                  <a:srgbClr val="00CCA3"/>
                </a:solidFill>
              </a:rPr>
              <a:t>📧  vibesoutingsupport@gmail</a:t>
            </a:r>
            <a:r>
              <a:rPr sz="1200">
                <a:solidFill>
                  <a:srgbClr val="00CCA3"/>
                </a:solidFill>
              </a:rPr>
              <a:t>.com</a:t>
            </a:r>
            <a:endParaRPr sz="1200" dirty="0">
              <a:solidFill>
                <a:srgbClr val="00CCA3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FFD93D"/>
                </a:solidFill>
              </a:rPr>
              <a:t>"Touch grass. Make memories. No cap." 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942</Words>
  <Application>Microsoft Office PowerPoint</Application>
  <PresentationFormat>On-screen Show (4:3)</PresentationFormat>
  <Paragraphs>149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kala, Vikas (FT D AA IN PAMC MC MTS-SWHMI1 TA)</cp:lastModifiedBy>
  <cp:revision>2</cp:revision>
  <dcterms:created xsi:type="dcterms:W3CDTF">2013-01-27T09:14:16Z</dcterms:created>
  <dcterms:modified xsi:type="dcterms:W3CDTF">2026-05-16T08:50:03Z</dcterms:modified>
  <cp:category/>
</cp:coreProperties>
</file>