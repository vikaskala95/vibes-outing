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3CE1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Business Development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Partnerships | Revenue Growth | Market Expansion |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BD Vision &amp;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Mission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Build a partner ecosystem that powers premium GenZ group outings at scale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Transform VIBES@Outing from a marketplace into a platform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Strategic Pillars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Resort &amp; hospitality partnerships (supply side)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Corporate &amp; institutional partnerships (demand side)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City expansion through local partner networks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Revenue diversification through new business lines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Every partnership should increase supply, demand, or both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Partner Ecosystem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Supply Partners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Premium Resorts: 42 destinations, Tier-1 properties — bulk rate agreements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Cab/Transport: Tempo Traveller &amp; mini-bus fleet partners (3+ per city)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Activity Vendors: Certified adventure operators (rafting, trekking, etc.)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Local Guides: Heritage &amp; wildlife experts at each destination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Demand Partners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Colleges: Campus ambassadors at 50+ colleges in Bangalore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Startups: GenZ team outing packages for 500+ Bangalore startups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Co-working Spaces: WeWork, 91springboard, Cowrks — outing promotions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Strategic Partners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Travel gear brands: Wildcraft, Decathlon — co-branded content + offers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Food/Beverage: Cafe partnerships at trip destinations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Insurance: Group travel insurance partnerships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Goal: 200+ active partners across all categories by Year 1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Revenue Opportunity by Partner Type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2701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Partner Type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Deal Structure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Revenue/Partner/Month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Year 1 Target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Premium Resorts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Negotiated bulk rates (30-40% off)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₹50K-₹2L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42 resorts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Corporate Outings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₹8K-₹15K per head, 15-50 pax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₹2L-₹5L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20 corporates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College Tie-ups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₹200/student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₹30K-₹80K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30 colleges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Featured Listings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₹5K-₹20K/month for visibility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₹10K avg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15 featured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Affiliate/Brand Deals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Revenue share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₹20K-₹50K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10 brands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Organizer Platform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20% commission on bookings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₹40K avg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Corporate &amp; Institutional Sales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Corporate GenZ Packages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Target: Startups &amp; tech companies with young teams (avg age &lt; 30)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Customized team outing packages: Team building + adventure + resort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Price: ₹8,000-₹15,000 per person (premium margin)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Value Proposition for Companies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Zero coordination: We handle everything end-to-end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Team bonding: Curated activities designed for team building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Professional coordination: Dedicated trip manager for corporate groups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Sales Pipeline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Target 500+ Bangalore startups via LinkedIn, startup events, co-working spaces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Partnership with HR platforms: Keka, Darwinbox, Zoho People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Institutional Sales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College fest sponsorships: Travel prize giveaways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Alumni association partnerships: Reunion trip packages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Corporate packages = highest margin business line (30-40% margin)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City Expansion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Expansion Roadmap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City 1 (Current): Bangalore — 42 outings, full operations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City 2 (Month 4): Hyderabad — 20+ outings, leverage AP/Telangana destinations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City 3 (Month 5): Chennai — 20+ outings, Tamil Nadu coastline &amp; hills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City 4 (Month 7): Pune — 20+ outings, Western Ghats &amp; Goa corridor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City 5 (Month 9): Mumbai — 25+ outings, Konkan coast &amp; Maharashtra forts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City Launch Playbook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Step 1: Onboard 15+ resort partners in region (8 weeks)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Step 2: Curate 20+ outings with local flavor (4 weeks)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Step 3: Hire regional operations lead + 2 trip coordinators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Step 4: Launch with college + startup partnerships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Step 5: Scale through referral program + local influencers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Each city reaches break-even within 3 months of launch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Business Development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</a:rPr>
              <a:t>200+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Active Partners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3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C3CE1"/>
                </a:solidFill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Corporate Clients (Y1)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CA3"/>
                </a:solidFill>
              </a:rPr>
              <a:t>30+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College Tie-ups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93D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Cities Operational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38328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&gt; 4.5/5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Partner Satisfaction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38328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₹28L+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BD Revenue (Y1)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Strategic Partnerships &amp; Alliances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Travel Industry Alliances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Karnataka Tourism Board: Official GenZ travel partner (explore)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IRCTC: Curated train + outing combo packages for long-distance trips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OYO/Treebo: Bulk inventory access for budget-premium destinations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Technology Partnerships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Razorpay: Preferred payment partner — co-marketing opportunities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Google Maps Platform: Enhanced trip routing &amp; destination info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WhatsApp Business API: Automated trip notifications &amp; group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Brand Collaborations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Wildcraft/Decathlon: Co-branded travel kits for trip participants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Red Bull/Monster: Adventure activity sponsorship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Spotify: Curated trip playlists — 'VIBES@Outing Road Trip Mix'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Strategic partnerships amplify reach without proportional cost increase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Organizer Platform (Phase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Vision: Two-Sided Marketplace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Allow verified organizers to create and manage their own trips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VIBES@Outing provides: Platform, payments, trust layer, marketing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Organizer Benefits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Ready-made audience of GenZ travelers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Payment collection via Razorpay (no setup needed)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ID verification for safety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Ratings &amp; reviews for credibility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Revenue Model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20% commission on all organizer bookings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Featured listing: ₹5K-₹20K/month for premium visibility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Quality Control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Organizer verification: Business registration, reviews, background check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Trip quality audit: First 3 trips supervised by VIBES@Outing coordinator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Organizer platform transforms unit economics — 10x supply with minimal ops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C3CE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Business Development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CCA3"/>
                </a:solidFill>
              </a:rPr>
              <a:t>🌐  www.vibesouting.in</a:t>
            </a:r>
          </a:p>
          <a:p>
            <a:pPr algn="ctr"/>
            <a:r>
              <a:rPr sz="1200">
                <a:solidFill>
                  <a:srgbClr val="00CCA3"/>
                </a:solidFill>
              </a:rPr>
              <a:t>📧  vibesoutingsupport@gmail.com</a:t>
            </a:r>
          </a:p>
          <a:p>
            <a:pPr algn="ctr"/>
            <a:r>
              <a:rPr sz="1200">
                <a:solidFill>
                  <a:srgbClr val="00CCA3"/>
                </a:solidFill>
              </a:rPr>
              <a:t>💻  github.com/vikaskala95/vibes-outing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