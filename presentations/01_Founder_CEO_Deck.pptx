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49039" y="548640"/>
            <a:ext cx="1645920" cy="1645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V@O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Founder &amp; CEO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Strategic Vision | Investor Relations |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The 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Our Mission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Make every weekend an adventure for GenZ — no planning, no hassle, all vibes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Bridge the loneliness gap: 64% of GenZ want to explore but lack a squad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Build India's #1 GenZ social outing platform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Why Now?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₹12,000 Cr adventure tourism market in India growing at 15% CAGR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GenZ (18-28) is the largest demographic — digital native, experience-hungry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No single platform solves discovery + booking + social for group outings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5CE7"/>
                </a:solidFill>
              </a:rPr>
              <a:t>  ★  First-mover advantage in GenZ-focused premium group outing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The Problem We Solve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Pain Points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Loneliness Epidemic — 64% of GenZ want to explore but have no squad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No Platform — No single app for discover → join → pay for group outings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Trust Gap — Going with strangers feels unsafe (no verification, no reviews)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Coordination Chaos — Planning via WhatsApp/Instagram is messy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Overpriced Solo Travel — Group sharing reduces cost by 40-60%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Our Solution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Premium all-inclusive trips: High-end Resort + Private Cab in every outing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Token-based booking: Pay just 20% upfront (₹300-₹2,600)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Solo-friendly matching + Group booking in one click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5CE7"/>
                </a:solidFill>
              </a:rPr>
              <a:t>  ★  Scroll &amp; Pick → Pay &amp; Lock → Show Up → Slay!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2E"/>
                </a:solidFill>
              </a:rPr>
              <a:t>Key Metrics &amp; 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Curated Outings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C5CE7"/>
                </a:solidFill>
              </a:rPr>
              <a:t>₹1,499 - ₹12,999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Price Range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CA3"/>
                </a:solidFill>
              </a:rPr>
              <a:t>₹7,500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Avg Booking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93D"/>
                </a:solidFill>
              </a:rPr>
              <a:t>₹93L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Year 1 Revenue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38328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₹4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Year 2 Target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38328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₹12 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Year 3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2E"/>
                </a:solidFill>
              </a:rPr>
              <a:t>Market Opportunity — TAM/SAM/SOM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778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TAM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₹12,000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India adventure &amp; experiential tourism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SAM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₹3,000 Cr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GenZ weekend group outings in South India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SOM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₹75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Year 3 target with 5 cities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Early Adopters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3L+ GenZ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Bangalore alone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2E"/>
                </a:solidFill>
              </a:rPr>
              <a:t>Revenue Streams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Stream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Year 1 Projected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Booking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15-20% per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₹45L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Premium Membership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₹999/year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₹12L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Featured Listings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Resort/organizer promotions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₹10L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Corporate Packages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Startup team outings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₹18L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Affiliate Earnings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Travel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₹8L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What Makes Us Un-copyable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GenZ-only community with verified users (Aadhaar/PAN)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35+ curated premium all-inclusive trips (Resort + Cab included)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Token-based booking (20% upfront) — unique in market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AI-powered interest matching + MCP server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Solo → Group matching engine — no competitor does this well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Competitive Advantages over: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MakeMyTrip: No group matching, not GenZ-focused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Meetup.com: No booking/payments, no premium trips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WhatsApp Groups: No trust layer, no logistics, messy coordination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5CE7"/>
                </a:solidFill>
              </a:rPr>
              <a:t>  ★  PWA + MCP AI integration = tech moat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Growth 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2026 — Foundation (Current)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MVP live: 42 curated outings, Razorpay payments, PWA, MCP server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Bangalore launch with college &amp; startup communities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2027 — Scale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5 cities: Hyderabad, Chennai, Pune, Mumbai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1.5L users, 100+ outings, Mobile app (React Native)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2028 — Dominate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Pan-India, AI-powered social matching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Organizer self-service portal, trip albums &amp; social features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2029-2030 — Expand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Southeast Asia expansion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5CE7"/>
                </a:solidFill>
              </a:rPr>
              <a:t>  ★  Goal: #1 GenZ social outing platform in Asia by 2030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Funding Ask — Seed Round: ₹30 Lakhs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Use of Funds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Product Development (Mobile App): 35% — ₹10.5L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Marketing &amp; User Acquisition: 35% — ₹10.5L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Operations &amp; Team: 20% — ₹6L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Legal &amp; Compliance: 10% — ₹3L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Deal Terms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12-month runway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Target: 25,000 users, 5 cities, ₹55L revenue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Equity Offered: 8-12%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5CE7"/>
                </a:solidFill>
              </a:rPr>
              <a:t>  ★  Looking for strategic investors with travel/GenZ ecosystem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91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6B35"/>
                </a:solidFill>
              </a:rPr>
              <a:t>VIBES@Outing — Discover. Connect. Explore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vibesatouting.com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Team &amp; Leadership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</a:rPr>
              <a:t>Core Team Roles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Founder/CEO — Vision, strategy, fundraising, partnerships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Full-Stack Developer — Platform (Node.js/Express, PostgreSQL, Razorpay)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Product Manager — Feature roadmap, user research, outing curation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UI/UX Designer — Mobile-first GenZ design, PWA experience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Marketing Lead — User acquisition, influencer outreach, SEO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Operations Lead — Vendor management, resort partnerships, logistics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Community Manager — Engagement, reviews moderation, NPS tracking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●  Finance &amp; Compliance — Payments, taxes, legal, privacy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749039" y="914400"/>
            <a:ext cx="1645920" cy="1645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V@O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B35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Founder &amp; CEO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CCA3"/>
                </a:solidFill>
              </a:rPr>
              <a:t>🌐  vibesatouting.com</a:t>
            </a:r>
          </a:p>
          <a:p>
            <a:pPr algn="ctr"/>
            <a:r>
              <a:rPr sz="1200">
                <a:solidFill>
                  <a:srgbClr val="00CCA3"/>
                </a:solidFill>
              </a:rPr>
              <a:t>📧  hello@vibesatouting.com</a:t>
            </a:r>
          </a:p>
          <a:p>
            <a:pPr algn="ctr"/>
            <a:r>
              <a:rPr sz="1200">
                <a:solidFill>
                  <a:srgbClr val="00CCA3"/>
                </a:solidFill>
              </a:rPr>
              <a:t>💻  github.com/vikaskala95/vibes-outing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